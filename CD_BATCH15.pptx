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885" r:id="rId4"/>
  </p:sldMasterIdLst>
  <p:notesMasterIdLst>
    <p:notesMasterId r:id="rId16"/>
  </p:notesMasterIdLst>
  <p:handoutMasterIdLst>
    <p:handoutMasterId r:id="rId17"/>
  </p:handoutMasterIdLst>
  <p:sldIdLst>
    <p:sldId id="256" r:id="rId5"/>
    <p:sldId id="281" r:id="rId6"/>
    <p:sldId id="272" r:id="rId7"/>
    <p:sldId id="271" r:id="rId8"/>
    <p:sldId id="274" r:id="rId9"/>
    <p:sldId id="273" r:id="rId10"/>
    <p:sldId id="284" r:id="rId11"/>
    <p:sldId id="275" r:id="rId12"/>
    <p:sldId id="283" r:id="rId13"/>
    <p:sldId id="279" r:id="rId14"/>
    <p:sldId id="28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96CF30-92A1-4F17-8FD6-E562A06E720D}" v="5" dt="2026-03-12T16:58:28.8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A259BEA-82BC-4476-91F2-380E77DBAD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9DE9C3-2AB8-44E5-BCFE-5DD42DFC56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D7858F-6309-4F09-BEA0-6CBF97E5580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1B971B-9BC3-41DB-91DC-F03F5C808D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A0720E-F4E2-435B-A885-9194BA30267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F8AE00-5498-4F06-8655-F21703489BC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420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F53C5D-CD12-6D4C-A980-0612968271E2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F167F0-0840-1348-BFE4-C6298BBC06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904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CA6CA-E140-824D-8E8B-5CC5036BDBAE}" type="datetime1">
              <a:rPr lang="en-US" noProof="0" smtClean="0"/>
              <a:pPr/>
              <a:t>3/15/2026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398325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41EE2-1449-2741-9D08-61623EFC2A0E}" type="datetime1">
              <a:rPr lang="en-US" noProof="0" smtClean="0"/>
              <a:t>3/15/2026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51853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F7560-49B8-714F-A7F1-D946D3E64C23}" type="datetime1">
              <a:rPr lang="en-US" noProof="0" smtClean="0"/>
              <a:t>3/15/2026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78322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17C1C-DA5E-F743-826B-CB70C940D4E6}" type="datetime1">
              <a:rPr lang="en-US" noProof="0" smtClean="0"/>
              <a:t>3/15/2026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9423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0E4C-E478-1D40-94DF-17D7429B053A}" type="datetime1">
              <a:rPr lang="en-US" noProof="0" smtClean="0"/>
              <a:t>3/15/2026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5945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A9061-1D22-724D-9508-7BAEAF287353}" type="datetime1">
              <a:rPr lang="en-US" noProof="0" smtClean="0"/>
              <a:t>3/15/2026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88722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05E0F-8980-D24A-B2F9-0C7A13C6A6DE}" type="datetime1">
              <a:rPr lang="en-US" noProof="0" smtClean="0"/>
              <a:t>3/15/2026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14211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CA6CA-E140-824D-8E8B-5CC5036BDBAE}" type="datetime1">
              <a:rPr lang="en-US" noProof="0" smtClean="0"/>
              <a:pPr/>
              <a:t>3/15/2026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878331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A5200-74F0-9445-8847-A53AA9C11C7B}" type="datetime1">
              <a:rPr lang="en-US" noProof="0" smtClean="0"/>
              <a:t>3/15/2026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78553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CA6CA-E140-824D-8E8B-5CC5036BDBAE}" type="datetime1">
              <a:rPr lang="en-US" noProof="0" smtClean="0"/>
              <a:pPr/>
              <a:t>3/15/2026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0120025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CA6CA-E140-824D-8E8B-5CC5036BDBAE}" type="datetime1">
              <a:rPr lang="en-US" noProof="0" smtClean="0"/>
              <a:pPr/>
              <a:t>3/15/2026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254974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CA6CA-E140-824D-8E8B-5CC5036BDBAE}" type="datetime1">
              <a:rPr lang="en-US" noProof="0" smtClean="0"/>
              <a:pPr/>
              <a:t>3/15/2026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47139082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CA6CA-E140-824D-8E8B-5CC5036BDBAE}" type="datetime1">
              <a:rPr lang="en-US" noProof="0" smtClean="0"/>
              <a:pPr/>
              <a:t>3/15/2026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56153157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CA6CA-E140-824D-8E8B-5CC5036BDBAE}" type="datetime1">
              <a:rPr lang="en-US" noProof="0" smtClean="0"/>
              <a:pPr/>
              <a:t>3/15/2026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6208764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CA6CA-E140-824D-8E8B-5CC5036BDBAE}" type="datetime1">
              <a:rPr lang="en-US" noProof="0" smtClean="0"/>
              <a:pPr/>
              <a:t>3/15/2026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6515773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CA6CA-E140-824D-8E8B-5CC5036BDBAE}" type="datetime1">
              <a:rPr lang="en-US" noProof="0" smtClean="0"/>
              <a:pPr/>
              <a:t>3/15/2026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5236047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A9677FD5-9A91-4866-B075-6DDE16433AC7}"/>
              </a:ext>
            </a:extLst>
          </p:cNvPr>
          <p:cNvGrpSpPr/>
          <p:nvPr userDrawn="1"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 r="-14009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287088"/>
            <a:ext cx="3438881" cy="2283824"/>
          </a:xfrm>
        </p:spPr>
        <p:txBody>
          <a:bodyPr anchor="ctr"/>
          <a:lstStyle>
            <a:lvl1pPr algn="l">
              <a:defRPr sz="2300" b="0" cap="none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237C-03C9-D843-906B-96D98C6B2D61}" type="datetime1">
              <a:rPr lang="en-US" noProof="0" smtClean="0"/>
              <a:t>3/15/2026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795788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llets as Icons 5X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480622-FB8F-493B-9965-971B07D75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92913" y="1748812"/>
            <a:ext cx="3852000" cy="72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Text Item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C5BC223-8B87-4685-A901-71B07847E4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92913" y="2561156"/>
            <a:ext cx="3852000" cy="72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2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Text Item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1AE3DDF2-FC22-4381-9763-408FEF9648B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92913" y="3373501"/>
            <a:ext cx="3852000" cy="72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3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Text Item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6170A2BF-28BF-4B27-B92D-B1423601B7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2913" y="4185846"/>
            <a:ext cx="3852000" cy="72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4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Text Item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2DB1D08C-9D26-4EC5-B935-D6A265A2A6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92913" y="4998190"/>
            <a:ext cx="3852000" cy="72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6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Text Item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9677FD5-9A91-4866-B075-6DDE16433AC7}"/>
              </a:ext>
            </a:extLst>
          </p:cNvPr>
          <p:cNvGrpSpPr/>
          <p:nvPr userDrawn="1"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 r="-14009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287088"/>
            <a:ext cx="3438881" cy="2283824"/>
          </a:xfrm>
        </p:spPr>
        <p:txBody>
          <a:bodyPr anchor="ctr"/>
          <a:lstStyle>
            <a:lvl1pPr algn="l">
              <a:defRPr sz="2300" b="0" cap="none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BD2BD-1F35-9841-A6BF-76BE540EE01F}" type="datetime1">
              <a:rPr lang="en-US" noProof="0" smtClean="0"/>
              <a:t>3/15/2026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DDAF6ED-5E16-4D29-98B7-FB80DB3AAFE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870575" y="1840504"/>
            <a:ext cx="536616" cy="536616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00" i="1"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8C305CB7-F303-430E-951A-7FC6F97062A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870575" y="2652849"/>
            <a:ext cx="536616" cy="536616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00" i="1"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2" name="Picture Placeholder 13">
            <a:extLst>
              <a:ext uri="{FF2B5EF4-FFF2-40B4-BE49-F238E27FC236}">
                <a16:creationId xmlns:a16="http://schemas.microsoft.com/office/drawing/2014/main" id="{84D427E5-ED69-4A46-A9B7-F4DC4466F32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870575" y="3465194"/>
            <a:ext cx="536616" cy="536616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00" i="1"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3DDA902F-61D6-4F1C-86C6-D1F5584AE8B3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870575" y="4277539"/>
            <a:ext cx="536616" cy="536616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00" i="1"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6" name="Picture Placeholder 13">
            <a:extLst>
              <a:ext uri="{FF2B5EF4-FFF2-40B4-BE49-F238E27FC236}">
                <a16:creationId xmlns:a16="http://schemas.microsoft.com/office/drawing/2014/main" id="{D8B6871A-9C69-4437-A5AD-A0400BAF2C6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870575" y="5089882"/>
            <a:ext cx="536616" cy="536616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00" i="1"/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296259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Icon Bullets Vertical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30">
            <a:extLst>
              <a:ext uri="{FF2B5EF4-FFF2-40B4-BE49-F238E27FC236}">
                <a16:creationId xmlns:a16="http://schemas.microsoft.com/office/drawing/2014/main" id="{B8ACAEC3-8D8C-3848-8630-7A0DFF3F6116}"/>
              </a:ext>
            </a:extLst>
          </p:cNvPr>
          <p:cNvSpPr>
            <a:spLocks noChangeAspect="1"/>
          </p:cNvSpPr>
          <p:nvPr userDrawn="1"/>
        </p:nvSpPr>
        <p:spPr>
          <a:xfrm>
            <a:off x="8699143" y="3702940"/>
            <a:ext cx="1261872" cy="126187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CC12BEA0-F502-0646-A370-7ECF194608D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865103" y="3869836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58C6160-632A-B540-A7E5-81F40CEC1FE7}"/>
              </a:ext>
            </a:extLst>
          </p:cNvPr>
          <p:cNvSpPr>
            <a:spLocks noChangeAspect="1"/>
          </p:cNvSpPr>
          <p:nvPr userDrawn="1"/>
        </p:nvSpPr>
        <p:spPr>
          <a:xfrm>
            <a:off x="6287247" y="3706777"/>
            <a:ext cx="1261872" cy="126187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EB2FEBB6-C1E0-0D47-8CCC-05EE2F75659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452271" y="3873673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215E544-9553-AC42-B5C3-F7AE9AD6D815}"/>
              </a:ext>
            </a:extLst>
          </p:cNvPr>
          <p:cNvSpPr>
            <a:spLocks noChangeAspect="1"/>
          </p:cNvSpPr>
          <p:nvPr userDrawn="1"/>
        </p:nvSpPr>
        <p:spPr>
          <a:xfrm>
            <a:off x="8699143" y="799317"/>
            <a:ext cx="1261872" cy="126187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76E934A-C634-DF4D-992A-6E01917693AD}"/>
              </a:ext>
            </a:extLst>
          </p:cNvPr>
          <p:cNvSpPr>
            <a:spLocks noChangeAspect="1"/>
          </p:cNvSpPr>
          <p:nvPr userDrawn="1"/>
        </p:nvSpPr>
        <p:spPr>
          <a:xfrm>
            <a:off x="6289119" y="799317"/>
            <a:ext cx="1261872" cy="126187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9677FD5-9A91-4866-B075-6DDE16433AC7}"/>
              </a:ext>
            </a:extLst>
          </p:cNvPr>
          <p:cNvGrpSpPr/>
          <p:nvPr userDrawn="1"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 r="-14009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287088"/>
            <a:ext cx="3438881" cy="2283824"/>
          </a:xfrm>
        </p:spPr>
        <p:txBody>
          <a:bodyPr anchor="ctr"/>
          <a:lstStyle>
            <a:lvl1pPr algn="l">
              <a:defRPr sz="2300" b="0" cap="none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4F40A-5592-5744-BFD7-61B04D70BFE7}" type="datetime1">
              <a:rPr lang="en-US" noProof="0" smtClean="0"/>
              <a:t>3/15/2026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ADD13A9-A8EA-4B1C-AE31-FE189E0E8B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56275" y="2351088"/>
            <a:ext cx="2325688" cy="7747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A2BAC124-81DA-4B8B-86CD-75C69A4D0D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67235" y="2351088"/>
            <a:ext cx="2325688" cy="7747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B493D355-B592-4395-8255-D1D4FB1CF1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6275" y="5258548"/>
            <a:ext cx="2325688" cy="7747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D0A496BB-AA13-44AE-AFA6-30D4ED5099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67235" y="5258548"/>
            <a:ext cx="2325688" cy="7747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8E97E18E-0E31-B542-9578-D6E4DCD84680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454143" y="966213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7602DDF7-46BD-6045-BDB0-45F47B0B6A9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865103" y="965277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</p:spTree>
    <p:extLst>
      <p:ext uri="{BB962C8B-B14F-4D97-AF65-F5344CB8AC3E}">
        <p14:creationId xmlns:p14="http://schemas.microsoft.com/office/powerpoint/2010/main" val="1820464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Icon Bullets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id="{86F73ED6-3B3B-5A45-912C-FCFD7D53593C}"/>
              </a:ext>
            </a:extLst>
          </p:cNvPr>
          <p:cNvSpPr>
            <a:spLocks noChangeAspect="1"/>
          </p:cNvSpPr>
          <p:nvPr userDrawn="1"/>
        </p:nvSpPr>
        <p:spPr>
          <a:xfrm>
            <a:off x="8699143" y="3702940"/>
            <a:ext cx="1261872" cy="126187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B5971407-B12A-EE45-895D-769807DFC76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865103" y="3869836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6215321-76D7-AD41-B779-DE347C617DB3}"/>
              </a:ext>
            </a:extLst>
          </p:cNvPr>
          <p:cNvSpPr>
            <a:spLocks noChangeAspect="1"/>
          </p:cNvSpPr>
          <p:nvPr userDrawn="1"/>
        </p:nvSpPr>
        <p:spPr>
          <a:xfrm>
            <a:off x="6288183" y="3706777"/>
            <a:ext cx="1261872" cy="12618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E61684B2-1403-BD44-80B1-6A5C0D0A3C6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454143" y="3873673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B87B079-A5F0-D34B-90BD-17403B51EF47}"/>
              </a:ext>
            </a:extLst>
          </p:cNvPr>
          <p:cNvSpPr>
            <a:spLocks noChangeAspect="1"/>
          </p:cNvSpPr>
          <p:nvPr userDrawn="1"/>
        </p:nvSpPr>
        <p:spPr>
          <a:xfrm>
            <a:off x="8699143" y="799317"/>
            <a:ext cx="1261872" cy="12618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7169BE7-153A-034D-B3C8-A226C22DE09C}"/>
              </a:ext>
            </a:extLst>
          </p:cNvPr>
          <p:cNvSpPr>
            <a:spLocks noChangeAspect="1"/>
          </p:cNvSpPr>
          <p:nvPr userDrawn="1"/>
        </p:nvSpPr>
        <p:spPr>
          <a:xfrm>
            <a:off x="6288183" y="799317"/>
            <a:ext cx="1261872" cy="12618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604C6493-8619-1749-A32C-8C1C4E87533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454143" y="966213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EE25A905-577F-154D-BA89-4F485EEBC4B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865103" y="965277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9677FD5-9A91-4866-B075-6DDE16433AC7}"/>
              </a:ext>
            </a:extLst>
          </p:cNvPr>
          <p:cNvGrpSpPr/>
          <p:nvPr userDrawn="1"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 r="-14009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287088"/>
            <a:ext cx="3438881" cy="2283824"/>
          </a:xfrm>
        </p:spPr>
        <p:txBody>
          <a:bodyPr anchor="ctr"/>
          <a:lstStyle>
            <a:lvl1pPr algn="l">
              <a:defRPr sz="2300" b="0" cap="none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7F711-7020-994E-A797-D04033A0CF12}" type="datetime1">
              <a:rPr lang="en-US" noProof="0" smtClean="0"/>
              <a:t>3/15/2026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ADD13A9-A8EA-4B1C-AE31-FE189E0E8B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56275" y="2351088"/>
            <a:ext cx="2325688" cy="7747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A2BAC124-81DA-4B8B-86CD-75C69A4D0D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67235" y="2351088"/>
            <a:ext cx="2325688" cy="7747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B493D355-B592-4395-8255-D1D4FB1CF1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6275" y="5258548"/>
            <a:ext cx="2325688" cy="7747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D0A496BB-AA13-44AE-AFA6-30D4ED5099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67235" y="5258548"/>
            <a:ext cx="2325688" cy="7747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</p:spTree>
    <p:extLst>
      <p:ext uri="{BB962C8B-B14F-4D97-AF65-F5344CB8AC3E}">
        <p14:creationId xmlns:p14="http://schemas.microsoft.com/office/powerpoint/2010/main" val="32541318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Icon Bullets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 28">
            <a:extLst>
              <a:ext uri="{FF2B5EF4-FFF2-40B4-BE49-F238E27FC236}">
                <a16:creationId xmlns:a16="http://schemas.microsoft.com/office/drawing/2014/main" id="{3B87B079-A5F0-D34B-90BD-17403B51EF47}"/>
              </a:ext>
            </a:extLst>
          </p:cNvPr>
          <p:cNvSpPr>
            <a:spLocks noChangeAspect="1"/>
          </p:cNvSpPr>
          <p:nvPr userDrawn="1"/>
        </p:nvSpPr>
        <p:spPr>
          <a:xfrm>
            <a:off x="8699143" y="2234226"/>
            <a:ext cx="1261872" cy="12618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7169BE7-153A-034D-B3C8-A226C22DE09C}"/>
              </a:ext>
            </a:extLst>
          </p:cNvPr>
          <p:cNvSpPr>
            <a:spLocks noChangeAspect="1"/>
          </p:cNvSpPr>
          <p:nvPr userDrawn="1"/>
        </p:nvSpPr>
        <p:spPr>
          <a:xfrm>
            <a:off x="6288183" y="2234226"/>
            <a:ext cx="1261872" cy="12618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604C6493-8619-1749-A32C-8C1C4E87533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454143" y="2401122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EE25A905-577F-154D-BA89-4F485EEBC4B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865103" y="2400186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9677FD5-9A91-4866-B075-6DDE16433AC7}"/>
              </a:ext>
            </a:extLst>
          </p:cNvPr>
          <p:cNvGrpSpPr/>
          <p:nvPr userDrawn="1"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 r="-14009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287088"/>
            <a:ext cx="3438881" cy="2283824"/>
          </a:xfrm>
        </p:spPr>
        <p:txBody>
          <a:bodyPr anchor="ctr"/>
          <a:lstStyle>
            <a:lvl1pPr algn="l">
              <a:defRPr sz="2300" b="0" cap="none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7F711-7020-994E-A797-D04033A0CF12}" type="datetime1">
              <a:rPr lang="en-US" noProof="0" smtClean="0"/>
              <a:t>3/15/2026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ADD13A9-A8EA-4B1C-AE31-FE189E0E8B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56275" y="3785996"/>
            <a:ext cx="2325688" cy="1503455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A2BAC124-81DA-4B8B-86CD-75C69A4D0D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67235" y="3785996"/>
            <a:ext cx="2325688" cy="1503455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</p:spTree>
    <p:extLst>
      <p:ext uri="{BB962C8B-B14F-4D97-AF65-F5344CB8AC3E}">
        <p14:creationId xmlns:p14="http://schemas.microsoft.com/office/powerpoint/2010/main" val="24650614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Icon Bullets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val 31">
            <a:extLst>
              <a:ext uri="{FF2B5EF4-FFF2-40B4-BE49-F238E27FC236}">
                <a16:creationId xmlns:a16="http://schemas.microsoft.com/office/drawing/2014/main" id="{F625DE42-6A2A-D745-B1F8-2AF2793533BE}"/>
              </a:ext>
            </a:extLst>
          </p:cNvPr>
          <p:cNvSpPr>
            <a:spLocks noChangeAspect="1"/>
          </p:cNvSpPr>
          <p:nvPr userDrawn="1"/>
        </p:nvSpPr>
        <p:spPr>
          <a:xfrm>
            <a:off x="8404601" y="3981394"/>
            <a:ext cx="1042415" cy="104241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A87D37E3-62A9-1F44-8520-EBED16BF1C0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535100" y="4123125"/>
            <a:ext cx="781417" cy="758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5F8797D-AFBD-534A-AC82-DE2B7BAECE83}"/>
              </a:ext>
            </a:extLst>
          </p:cNvPr>
          <p:cNvSpPr>
            <a:spLocks noChangeAspect="1"/>
          </p:cNvSpPr>
          <p:nvPr userDrawn="1"/>
        </p:nvSpPr>
        <p:spPr>
          <a:xfrm>
            <a:off x="8404601" y="1932281"/>
            <a:ext cx="1042415" cy="104241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EFE809D2-16A3-B143-BC10-FEC397E62C6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535100" y="2074012"/>
            <a:ext cx="781417" cy="758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9677FD5-9A91-4866-B075-6DDE16433AC7}"/>
              </a:ext>
            </a:extLst>
          </p:cNvPr>
          <p:cNvGrpSpPr/>
          <p:nvPr userDrawn="1"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 r="-14009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287088"/>
            <a:ext cx="3438881" cy="2283824"/>
          </a:xfrm>
        </p:spPr>
        <p:txBody>
          <a:bodyPr anchor="ctr"/>
          <a:lstStyle>
            <a:lvl1pPr algn="l">
              <a:defRPr sz="2300" b="0" cap="none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69370-372E-0846-B090-5E6EF97A3B62}" type="datetime1">
              <a:rPr lang="en-US" noProof="0" smtClean="0"/>
              <a:t>3/15/2026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ADD13A9-A8EA-4B1C-AE31-FE189E0E8B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9670" y="1840992"/>
            <a:ext cx="2095046" cy="1225056"/>
          </a:xfrm>
        </p:spPr>
        <p:txBody>
          <a:bodyPr anchor="ctr">
            <a:noAutofit/>
          </a:bodyPr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A2BAC124-81DA-4B8B-86CD-75C69A4D0D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19533" y="1840992"/>
            <a:ext cx="2095046" cy="1225056"/>
          </a:xfrm>
        </p:spPr>
        <p:txBody>
          <a:bodyPr anchor="ctr">
            <a:noAutofit/>
          </a:bodyPr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B493D355-B592-4395-8255-D1D4FB1CF1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9670" y="3891529"/>
            <a:ext cx="2095046" cy="1222144"/>
          </a:xfrm>
        </p:spPr>
        <p:txBody>
          <a:bodyPr anchor="ctr">
            <a:noAutofit/>
          </a:bodyPr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D0A496BB-AA13-44AE-AFA6-30D4ED5099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19533" y="3891529"/>
            <a:ext cx="2095046" cy="1222144"/>
          </a:xfrm>
        </p:spPr>
        <p:txBody>
          <a:bodyPr anchor="ctr">
            <a:noAutofit/>
          </a:bodyPr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963115-25B3-494B-9A13-AC92EFE94C09}"/>
              </a:ext>
            </a:extLst>
          </p:cNvPr>
          <p:cNvSpPr>
            <a:spLocks noChangeAspect="1"/>
          </p:cNvSpPr>
          <p:nvPr userDrawn="1"/>
        </p:nvSpPr>
        <p:spPr>
          <a:xfrm>
            <a:off x="5070995" y="1932281"/>
            <a:ext cx="1042415" cy="104241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3C759269-D6E6-2B41-8BEE-8B5AFB809B6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201494" y="2074012"/>
            <a:ext cx="781417" cy="758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3E569D5-DC38-7C46-95CD-ACFBFBF591A2}"/>
              </a:ext>
            </a:extLst>
          </p:cNvPr>
          <p:cNvSpPr>
            <a:spLocks noChangeAspect="1"/>
          </p:cNvSpPr>
          <p:nvPr userDrawn="1"/>
        </p:nvSpPr>
        <p:spPr>
          <a:xfrm>
            <a:off x="5070995" y="3981394"/>
            <a:ext cx="1042415" cy="104241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E8396DFD-D667-2648-9BE4-6237690F799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201494" y="4123125"/>
            <a:ext cx="781417" cy="758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</p:spTree>
    <p:extLst>
      <p:ext uri="{BB962C8B-B14F-4D97-AF65-F5344CB8AC3E}">
        <p14:creationId xmlns:p14="http://schemas.microsoft.com/office/powerpoint/2010/main" val="29299010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23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15A5A73-8E13-4E38-8362-0A09BA9441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58861" y="478881"/>
            <a:ext cx="5582675" cy="5908526"/>
          </a:xfrm>
          <a:custGeom>
            <a:avLst/>
            <a:gdLst>
              <a:gd name="connsiteX0" fmla="*/ 10816 w 5582675"/>
              <a:gd name="connsiteY0" fmla="*/ 0 h 5908526"/>
              <a:gd name="connsiteX1" fmla="*/ 5582675 w 5582675"/>
              <a:gd name="connsiteY1" fmla="*/ 0 h 5908526"/>
              <a:gd name="connsiteX2" fmla="*/ 5582675 w 5582675"/>
              <a:gd name="connsiteY2" fmla="*/ 5908526 h 5908526"/>
              <a:gd name="connsiteX3" fmla="*/ 0 w 5582675"/>
              <a:gd name="connsiteY3" fmla="*/ 5908526 h 5908526"/>
              <a:gd name="connsiteX4" fmla="*/ 30693 w 5582675"/>
              <a:gd name="connsiteY4" fmla="*/ 5722836 h 5908526"/>
              <a:gd name="connsiteX5" fmla="*/ 223682 w 5582675"/>
              <a:gd name="connsiteY5" fmla="*/ 2921544 h 5908526"/>
              <a:gd name="connsiteX6" fmla="*/ 30693 w 5582675"/>
              <a:gd name="connsiteY6" fmla="*/ 120253 h 590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82675" h="5908526">
                <a:moveTo>
                  <a:pt x="10816" y="0"/>
                </a:moveTo>
                <a:lnTo>
                  <a:pt x="5582675" y="0"/>
                </a:lnTo>
                <a:lnTo>
                  <a:pt x="5582675" y="5908526"/>
                </a:lnTo>
                <a:lnTo>
                  <a:pt x="0" y="5908526"/>
                </a:lnTo>
                <a:lnTo>
                  <a:pt x="30693" y="5722836"/>
                </a:lnTo>
                <a:cubicBezTo>
                  <a:pt x="153771" y="4890115"/>
                  <a:pt x="223682" y="3935837"/>
                  <a:pt x="223682" y="2921544"/>
                </a:cubicBezTo>
                <a:cubicBezTo>
                  <a:pt x="223682" y="1907252"/>
                  <a:pt x="153771" y="952973"/>
                  <a:pt x="30693" y="120253"/>
                </a:cubicBezTo>
                <a:close/>
              </a:path>
            </a:pathLst>
          </a:custGeom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A5200-74F0-9445-8847-A53AA9C11C7B}" type="datetime1">
              <a:rPr lang="en-US" noProof="0" smtClean="0"/>
              <a:t>3/15/2026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834315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50BDD93-02DA-4B21-9556-FA8B9894F90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8861" y="478880"/>
            <a:ext cx="5582675" cy="5900239"/>
          </a:xfrm>
          <a:custGeom>
            <a:avLst/>
            <a:gdLst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0 w 5582675"/>
              <a:gd name="connsiteY4" fmla="*/ 0 h 5900239"/>
              <a:gd name="connsiteX0" fmla="*/ 3501 w 5586176"/>
              <a:gd name="connsiteY0" fmla="*/ 0 h 5900239"/>
              <a:gd name="connsiteX1" fmla="*/ 5586176 w 5586176"/>
              <a:gd name="connsiteY1" fmla="*/ 0 h 5900239"/>
              <a:gd name="connsiteX2" fmla="*/ 5586176 w 5586176"/>
              <a:gd name="connsiteY2" fmla="*/ 5900239 h 5900239"/>
              <a:gd name="connsiteX3" fmla="*/ 3501 w 5586176"/>
              <a:gd name="connsiteY3" fmla="*/ 5900239 h 5900239"/>
              <a:gd name="connsiteX4" fmla="*/ 0 w 5586176"/>
              <a:gd name="connsiteY4" fmla="*/ 3615600 h 5900239"/>
              <a:gd name="connsiteX5" fmla="*/ 3501 w 5586176"/>
              <a:gd name="connsiteY5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220019 w 5582675"/>
              <a:gd name="connsiteY4" fmla="*/ 3442880 h 5900239"/>
              <a:gd name="connsiteX5" fmla="*/ 0 w 5582675"/>
              <a:gd name="connsiteY5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220019 w 5582675"/>
              <a:gd name="connsiteY4" fmla="*/ 3442880 h 5900239"/>
              <a:gd name="connsiteX5" fmla="*/ 11739 w 5582675"/>
              <a:gd name="connsiteY5" fmla="*/ 237400 h 5900239"/>
              <a:gd name="connsiteX6" fmla="*/ 0 w 5582675"/>
              <a:gd name="connsiteY6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220019 w 5582675"/>
              <a:gd name="connsiteY4" fmla="*/ 3442880 h 5900239"/>
              <a:gd name="connsiteX5" fmla="*/ 11739 w 5582675"/>
              <a:gd name="connsiteY5" fmla="*/ 237400 h 5900239"/>
              <a:gd name="connsiteX6" fmla="*/ 0 w 5582675"/>
              <a:gd name="connsiteY6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220019 w 5582675"/>
              <a:gd name="connsiteY4" fmla="*/ 3442880 h 5900239"/>
              <a:gd name="connsiteX5" fmla="*/ 62539 w 5582675"/>
              <a:gd name="connsiteY5" fmla="*/ 237400 h 5900239"/>
              <a:gd name="connsiteX6" fmla="*/ 0 w 5582675"/>
              <a:gd name="connsiteY6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220019 w 5582675"/>
              <a:gd name="connsiteY4" fmla="*/ 3442880 h 5900239"/>
              <a:gd name="connsiteX5" fmla="*/ 62539 w 5582675"/>
              <a:gd name="connsiteY5" fmla="*/ 237400 h 5900239"/>
              <a:gd name="connsiteX6" fmla="*/ 0 w 5582675"/>
              <a:gd name="connsiteY6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220019 w 5582675"/>
              <a:gd name="connsiteY4" fmla="*/ 3442880 h 5900239"/>
              <a:gd name="connsiteX5" fmla="*/ 62539 w 5582675"/>
              <a:gd name="connsiteY5" fmla="*/ 237400 h 5900239"/>
              <a:gd name="connsiteX6" fmla="*/ 0 w 5582675"/>
              <a:gd name="connsiteY6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220019 w 5582675"/>
              <a:gd name="connsiteY4" fmla="*/ 3442880 h 5900239"/>
              <a:gd name="connsiteX5" fmla="*/ 47299 w 5582675"/>
              <a:gd name="connsiteY5" fmla="*/ 247560 h 5900239"/>
              <a:gd name="connsiteX6" fmla="*/ 0 w 5582675"/>
              <a:gd name="connsiteY6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11739 w 5582675"/>
              <a:gd name="connsiteY4" fmla="*/ 5647600 h 5900239"/>
              <a:gd name="connsiteX5" fmla="*/ 220019 w 5582675"/>
              <a:gd name="connsiteY5" fmla="*/ 3442880 h 5900239"/>
              <a:gd name="connsiteX6" fmla="*/ 47299 w 5582675"/>
              <a:gd name="connsiteY6" fmla="*/ 247560 h 5900239"/>
              <a:gd name="connsiteX7" fmla="*/ 0 w 5582675"/>
              <a:gd name="connsiteY7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52379 w 5582675"/>
              <a:gd name="connsiteY4" fmla="*/ 5647600 h 5900239"/>
              <a:gd name="connsiteX5" fmla="*/ 220019 w 5582675"/>
              <a:gd name="connsiteY5" fmla="*/ 3442880 h 5900239"/>
              <a:gd name="connsiteX6" fmla="*/ 47299 w 5582675"/>
              <a:gd name="connsiteY6" fmla="*/ 247560 h 5900239"/>
              <a:gd name="connsiteX7" fmla="*/ 0 w 5582675"/>
              <a:gd name="connsiteY7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42854 w 5582675"/>
              <a:gd name="connsiteY4" fmla="*/ 5653315 h 5900239"/>
              <a:gd name="connsiteX5" fmla="*/ 220019 w 5582675"/>
              <a:gd name="connsiteY5" fmla="*/ 3442880 h 5900239"/>
              <a:gd name="connsiteX6" fmla="*/ 47299 w 5582675"/>
              <a:gd name="connsiteY6" fmla="*/ 247560 h 5900239"/>
              <a:gd name="connsiteX7" fmla="*/ 0 w 5582675"/>
              <a:gd name="connsiteY7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42854 w 5582675"/>
              <a:gd name="connsiteY4" fmla="*/ 5653315 h 5900239"/>
              <a:gd name="connsiteX5" fmla="*/ 220019 w 5582675"/>
              <a:gd name="connsiteY5" fmla="*/ 3442880 h 5900239"/>
              <a:gd name="connsiteX6" fmla="*/ 47299 w 5582675"/>
              <a:gd name="connsiteY6" fmla="*/ 247560 h 5900239"/>
              <a:gd name="connsiteX7" fmla="*/ 0 w 5582675"/>
              <a:gd name="connsiteY7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42854 w 5582675"/>
              <a:gd name="connsiteY4" fmla="*/ 5653315 h 5900239"/>
              <a:gd name="connsiteX5" fmla="*/ 220019 w 5582675"/>
              <a:gd name="connsiteY5" fmla="*/ 3442880 h 5900239"/>
              <a:gd name="connsiteX6" fmla="*/ 47299 w 5582675"/>
              <a:gd name="connsiteY6" fmla="*/ 247560 h 5900239"/>
              <a:gd name="connsiteX7" fmla="*/ 0 w 5582675"/>
              <a:gd name="connsiteY7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42854 w 5582675"/>
              <a:gd name="connsiteY4" fmla="*/ 5653315 h 5900239"/>
              <a:gd name="connsiteX5" fmla="*/ 220019 w 5582675"/>
              <a:gd name="connsiteY5" fmla="*/ 3442880 h 5900239"/>
              <a:gd name="connsiteX6" fmla="*/ 47299 w 5582675"/>
              <a:gd name="connsiteY6" fmla="*/ 247560 h 5900239"/>
              <a:gd name="connsiteX7" fmla="*/ 0 w 5582675"/>
              <a:gd name="connsiteY7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42854 w 5582675"/>
              <a:gd name="connsiteY4" fmla="*/ 5653315 h 5900239"/>
              <a:gd name="connsiteX5" fmla="*/ 220019 w 5582675"/>
              <a:gd name="connsiteY5" fmla="*/ 3442880 h 5900239"/>
              <a:gd name="connsiteX6" fmla="*/ 47299 w 5582675"/>
              <a:gd name="connsiteY6" fmla="*/ 247560 h 5900239"/>
              <a:gd name="connsiteX7" fmla="*/ 0 w 5582675"/>
              <a:gd name="connsiteY7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42854 w 5582675"/>
              <a:gd name="connsiteY4" fmla="*/ 5653315 h 5900239"/>
              <a:gd name="connsiteX5" fmla="*/ 220019 w 5582675"/>
              <a:gd name="connsiteY5" fmla="*/ 3442880 h 5900239"/>
              <a:gd name="connsiteX6" fmla="*/ 47299 w 5582675"/>
              <a:gd name="connsiteY6" fmla="*/ 247560 h 5900239"/>
              <a:gd name="connsiteX7" fmla="*/ 0 w 5582675"/>
              <a:gd name="connsiteY7" fmla="*/ 0 h 5900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82675" h="5900239">
                <a:moveTo>
                  <a:pt x="0" y="0"/>
                </a:moveTo>
                <a:lnTo>
                  <a:pt x="5582675" y="0"/>
                </a:lnTo>
                <a:lnTo>
                  <a:pt x="5582675" y="5900239"/>
                </a:lnTo>
                <a:lnTo>
                  <a:pt x="0" y="5900239"/>
                </a:lnTo>
                <a:cubicBezTo>
                  <a:pt x="14285" y="5817931"/>
                  <a:pt x="34284" y="5741338"/>
                  <a:pt x="42854" y="5653315"/>
                </a:cubicBezTo>
                <a:cubicBezTo>
                  <a:pt x="145724" y="4908883"/>
                  <a:pt x="181919" y="4332092"/>
                  <a:pt x="220019" y="3442880"/>
                </a:cubicBezTo>
                <a:cubicBezTo>
                  <a:pt x="221712" y="2333747"/>
                  <a:pt x="182766" y="1285573"/>
                  <a:pt x="47299" y="247560"/>
                </a:cubicBez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23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A5200-74F0-9445-8847-A53AA9C11C7B}" type="datetime1">
              <a:rPr lang="en-US" noProof="0" smtClean="0"/>
              <a:t>3/15/2026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977307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A9061-1D22-724D-9508-7BAEAF287353}" type="datetime1">
              <a:rPr lang="en-US" noProof="0" smtClean="0"/>
              <a:t>3/15/2026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75C1B7F-CD73-441E-89FC-46AA9E8B51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64150" y="2406650"/>
            <a:ext cx="8663700" cy="34776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/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2974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ACA6CA-E140-824D-8E8B-5CC5036BDBAE}" type="datetime1">
              <a:rPr lang="en-US" noProof="0" smtClean="0"/>
              <a:pPr/>
              <a:t>3/15/2026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11095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0" r:id="rId5"/>
    <p:sldLayoutId id="2147483891" r:id="rId6"/>
    <p:sldLayoutId id="2147483892" r:id="rId7"/>
    <p:sldLayoutId id="2147483893" r:id="rId8"/>
    <p:sldLayoutId id="2147483894" r:id="rId9"/>
    <p:sldLayoutId id="2147483895" r:id="rId10"/>
    <p:sldLayoutId id="2147483896" r:id="rId11"/>
    <p:sldLayoutId id="2147483897" r:id="rId12"/>
    <p:sldLayoutId id="2147483898" r:id="rId13"/>
    <p:sldLayoutId id="2147483899" r:id="rId14"/>
    <p:sldLayoutId id="2147483900" r:id="rId15"/>
    <p:sldLayoutId id="2147483901" r:id="rId16"/>
    <p:sldLayoutId id="2147483859" r:id="rId17"/>
    <p:sldLayoutId id="2147483860" r:id="rId18"/>
    <p:sldLayoutId id="2147483861" r:id="rId19"/>
    <p:sldLayoutId id="2147483862" r:id="rId20"/>
    <p:sldLayoutId id="2147483864" r:id="rId21"/>
    <p:sldLayoutId id="2147483863" r:id="rId22"/>
    <p:sldLayoutId id="2147483858" r:id="rId23"/>
    <p:sldLayoutId id="2147483865" r:id="rId24"/>
    <p:sldLayoutId id="2147483866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Deepika-909/miniC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9B41E-FC51-4047-9C2D-7FA6782DAF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1493" y="2229853"/>
            <a:ext cx="8825658" cy="1664223"/>
          </a:xfrm>
        </p:spPr>
        <p:txBody>
          <a:bodyPr>
            <a:normAutofit fontScale="90000"/>
          </a:bodyPr>
          <a:lstStyle/>
          <a:p>
            <a:pPr algn="ctr" fontAlgn="ctr"/>
            <a:r>
              <a:rPr lang="en-US" b="1" dirty="0">
                <a:latin typeface="Times New Roman" panose="02020603050405020304" pitchFamily="18" charset="0"/>
              </a:rPr>
              <a:t>Building a Mini compiler using Lex and </a:t>
            </a:r>
            <a:r>
              <a:rPr lang="en-US" b="1" dirty="0" err="1">
                <a:latin typeface="Times New Roman" panose="02020603050405020304" pitchFamily="18" charset="0"/>
              </a:rPr>
              <a:t>Yacc</a:t>
            </a:r>
            <a:endParaRPr lang="en-US" b="1" dirty="0">
              <a:latin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2E989F-747B-4007-9C7A-A35E8B662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74568" y="4499468"/>
            <a:ext cx="4777837" cy="1837164"/>
          </a:xfrm>
        </p:spPr>
        <p:txBody>
          <a:bodyPr>
            <a:no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-15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23H51A05GA – 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.KRISHNADEEP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23H51A05GB – K.DEEPIKA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23H51A05GD – K.PRANAVI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00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2</a:t>
            </a:fld>
            <a:endParaRPr lang="en-US" noProof="0" dirty="0"/>
          </a:p>
        </p:txBody>
      </p:sp>
      <p:sp>
        <p:nvSpPr>
          <p:cNvPr id="5" name="Rectangle 4"/>
          <p:cNvSpPr/>
          <p:nvPr/>
        </p:nvSpPr>
        <p:spPr>
          <a:xfrm>
            <a:off x="1497207" y="2090172"/>
            <a:ext cx="919758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increasing complexity of programming languages, compilers play an essential role in translating human-readable source code into machine-understandable instructions.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compiler processes code through multiple stages such as lexical analysis, syntax analysis, and semantic analysis to detect errors and generate structured output.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implements a Mini-C Compiler that analyzes a simplified C program using lexical and syntax analysis. The system identifies tokens, validates program structure, and displays symbol table information.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9292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3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B9E99F-6B73-A9A0-8063-139E5D1DBF77}"/>
              </a:ext>
            </a:extLst>
          </p:cNvPr>
          <p:cNvSpPr/>
          <p:nvPr/>
        </p:nvSpPr>
        <p:spPr>
          <a:xfrm>
            <a:off x="1497207" y="2074432"/>
            <a:ext cx="919758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Mini-C Compiler project demonstrates the fundamental stages of compiler construction using lexical analysis and syntax parsing to process a simplified C program.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tools like Flex and GNU Bison, the compiler identifies tokens, checks grammar rules, and builds a parse structure.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generates a symbol table and parse tree, helping visualize how compilers analyze the structure of programming languages.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817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4</a:t>
            </a:fld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2E5C1D-5011-36E8-4EB2-41F02222103F}"/>
              </a:ext>
            </a:extLst>
          </p:cNvPr>
          <p:cNvSpPr/>
          <p:nvPr/>
        </p:nvSpPr>
        <p:spPr>
          <a:xfrm>
            <a:off x="1640156" y="2074432"/>
            <a:ext cx="891168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implement a Mini-C compiler capable of analyzing a simplified C program.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compiler phases such as lexical analysis, syntax parsing, and token generation.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how automated tools can be used to build compilers efficiently and detect errors in source code.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151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5</a:t>
            </a:fld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C93625-CDB6-AFD6-A82B-B780EEA7B54B}"/>
              </a:ext>
            </a:extLst>
          </p:cNvPr>
          <p:cNvSpPr/>
          <p:nvPr/>
        </p:nvSpPr>
        <p:spPr>
          <a:xfrm>
            <a:off x="1497207" y="2074432"/>
            <a:ext cx="919758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 is used to perform lexical analysis by breaking the input program into tokens like keywords, identifiers, and operators.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GNU Bison is used to define grammar rules and perform syntax analysis to validate the structure of the program.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 is used to compile the generated C files and create the executable compiler.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885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6</a:t>
            </a:fld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E4F228-C258-8F55-1F08-667ACD4B9D22}"/>
              </a:ext>
            </a:extLst>
          </p:cNvPr>
          <p:cNvSpPr txBox="1"/>
          <p:nvPr/>
        </p:nvSpPr>
        <p:spPr>
          <a:xfrm>
            <a:off x="1311579" y="1902875"/>
            <a:ext cx="948868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compiler takes a Mini-C program as input and performs lexical analysis to convert the source code into tokens representing different elements of the language.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Next, syntax analysis checks whether the sequence of tokens follows the grammar rules defined in the parser.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program is valid, the compiler generates outputs such as the symbol table and parse tree that represent the structure of the program.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373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623CF-F3E2-2AC5-EB81-CB4BDDD49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CA9EC-E708-A300-E043-3DFC65C65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FB492-B4D8-7800-89FA-619344F7B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7</a:t>
            </a:fld>
            <a:endParaRPr lang="en-US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0FF6D1-92F5-277E-1FF8-743542BBF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855" y="1966095"/>
            <a:ext cx="7824290" cy="426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03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Structure and Code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8</a:t>
            </a:fld>
            <a:endParaRPr lang="en-US" noProof="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D24ABA1-9842-4388-1440-D6B4FD74D48A}"/>
              </a:ext>
            </a:extLst>
          </p:cNvPr>
          <p:cNvSpPr txBox="1">
            <a:spLocks/>
          </p:cNvSpPr>
          <p:nvPr/>
        </p:nvSpPr>
        <p:spPr>
          <a:xfrm>
            <a:off x="1311579" y="1905000"/>
            <a:ext cx="8911687" cy="6753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: </a:t>
            </a:r>
            <a:r>
              <a:rPr lang="en-GB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Repository -  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https://github.com/Deepika-909/miniC</a:t>
            </a:r>
            <a:endParaRPr 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810D12-B316-0D36-3D5F-B3ACF05C2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816" y="2657093"/>
            <a:ext cx="1994689" cy="37389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173E1E-0662-714F-1E3E-7547DB285016}"/>
              </a:ext>
            </a:extLst>
          </p:cNvPr>
          <p:cNvSpPr txBox="1"/>
          <p:nvPr/>
        </p:nvSpPr>
        <p:spPr>
          <a:xfrm>
            <a:off x="2149642" y="3641558"/>
            <a:ext cx="2420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Structure 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542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FBEA1-4B05-4062-685F-E2E62FBC2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8B9C7-7E30-0AA9-F08D-714E4873A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9A79D-7507-F0F7-D705-A3FE94C96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9</a:t>
            </a:fld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AA5681-59B5-E228-9D7F-C72362583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081" y="1311978"/>
            <a:ext cx="3834063" cy="49219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9FA764-36B1-A66D-CE2D-88474BC24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19" y="1700464"/>
            <a:ext cx="7091188" cy="413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644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/ Applications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10</a:t>
            </a:fld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154DE6-B030-84F6-ECE2-F0EEECDAB46E}"/>
              </a:ext>
            </a:extLst>
          </p:cNvPr>
          <p:cNvSpPr/>
          <p:nvPr/>
        </p:nvSpPr>
        <p:spPr>
          <a:xfrm>
            <a:off x="1497207" y="2074432"/>
            <a:ext cx="919758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helps students understand the internal working of compilers and how programming languages are processed by machines.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concepts used are applied in the development of compilers, interpreters, and programming language processors.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techniques are also useful in building tools such as code analyzers, debuggers, and automated software development systems.</a:t>
            </a:r>
          </a:p>
        </p:txBody>
      </p:sp>
    </p:spTree>
    <p:extLst>
      <p:ext uri="{BB962C8B-B14F-4D97-AF65-F5344CB8AC3E}">
        <p14:creationId xmlns:p14="http://schemas.microsoft.com/office/powerpoint/2010/main" val="1107213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GB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11</a:t>
            </a:fld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50A57F-F64D-6CB5-CE34-2CACFBE91635}"/>
              </a:ext>
            </a:extLst>
          </p:cNvPr>
          <p:cNvSpPr/>
          <p:nvPr/>
        </p:nvSpPr>
        <p:spPr>
          <a:xfrm>
            <a:off x="1640156" y="2154642"/>
            <a:ext cx="891168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Mini-C Compiler project successfully demonstrates the basic stages of compiler construction including lexical analysis and syntax parsing.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hands-on experience with compiler tools and helps understand how source code is analyzed and validated.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highlights the importance of compiler technology in modern software development and programming language design.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48661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CB9AE35-8A31-4380-94A6-86E5DFCDD1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0D0EAE-52CD-493E-A174-3A7CD0E9C7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983CA34-C6E2-49BA-ACFF-78ADEC0C28FA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71af3243-3dd4-4a8d-8c0d-dd76da1f02a5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512</Words>
  <Application>Microsoft Office PowerPoint</Application>
  <PresentationFormat>Widescreen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Century Gothic</vt:lpstr>
      <vt:lpstr>Times New Roman</vt:lpstr>
      <vt:lpstr>Wingdings 3</vt:lpstr>
      <vt:lpstr>Wisp</vt:lpstr>
      <vt:lpstr>Building a Mini compiler using Lex and Yacc</vt:lpstr>
      <vt:lpstr>Introduction</vt:lpstr>
      <vt:lpstr>Abstract</vt:lpstr>
      <vt:lpstr>Objectives</vt:lpstr>
      <vt:lpstr>Tools Used</vt:lpstr>
      <vt:lpstr>Working Principle</vt:lpstr>
      <vt:lpstr>Flow Diagram</vt:lpstr>
      <vt:lpstr>Project Structure and Code </vt:lpstr>
      <vt:lpstr>Output</vt:lpstr>
      <vt:lpstr>Scope / Applications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2025-10-28T14:53:50Z</dcterms:created>
  <dcterms:modified xsi:type="dcterms:W3CDTF">2026-03-15T14:15:56Z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